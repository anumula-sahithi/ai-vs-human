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Prompt Medium"/>
      <p:regular r:id="rId13"/>
    </p:embeddedFont>
    <p:embeddedFont>
      <p:font typeface="Prompt Medium"/>
      <p:regular r:id="rId14"/>
    </p:embeddedFont>
    <p:embeddedFont>
      <p:font typeface="Prompt Medium"/>
      <p:regular r:id="rId15"/>
    </p:embeddedFont>
    <p:embeddedFont>
      <p:font typeface="Prompt Medium"/>
      <p:regular r:id="rId16"/>
    </p:embeddedFont>
    <p:embeddedFont>
      <p:font typeface="Mukta Light"/>
      <p:regular r:id="rId17"/>
    </p:embeddedFont>
    <p:embeddedFont>
      <p:font typeface="Mukta Ligh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ettings/tokens" TargetMode="External"/><Relationship Id="rId3" Type="http://schemas.openxmlformats.org/officeDocument/2006/relationships/hyperlink" Target="https://console.groq.com/" TargetMode="Externa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huggingface.co/spaces/satyahaha/B2B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5533" y="533995"/>
            <a:ext cx="7313771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vs Human Content Detector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165533" y="1431369"/>
            <a:ext cx="7785735" cy="931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sophisticated multi-modal detection system that analyzes text, audio, images, and video content to determine whether it was AI-generated or human-created. Built for accuracy, speed, and transparency.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65533" y="2581156"/>
            <a:ext cx="7785735" cy="1133118"/>
          </a:xfrm>
          <a:prstGeom prst="roundRect">
            <a:avLst>
              <a:gd name="adj" fmla="val 807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67105" y="2782729"/>
            <a:ext cx="2425779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Probability Score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67105" y="3202186"/>
            <a:ext cx="738258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0.0–1.0 scale indicating likelihood of AI generation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65533" y="3908227"/>
            <a:ext cx="7785735" cy="1133118"/>
          </a:xfrm>
          <a:prstGeom prst="roundRect">
            <a:avLst>
              <a:gd name="adj" fmla="val 807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7105" y="4109799"/>
            <a:ext cx="2425779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Confidence Level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67105" y="4529257"/>
            <a:ext cx="738258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Low, Medium, or High reliability indicator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65533" y="5235297"/>
            <a:ext cx="7785735" cy="1133118"/>
          </a:xfrm>
          <a:prstGeom prst="roundRect">
            <a:avLst>
              <a:gd name="adj" fmla="val 807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7105" y="5436870"/>
            <a:ext cx="2425779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Explainable Results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67105" y="5856327"/>
            <a:ext cx="738258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Clear, human-readable reasoning behind each decision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65533" y="6562368"/>
            <a:ext cx="7785735" cy="1133118"/>
          </a:xfrm>
          <a:prstGeom prst="roundRect">
            <a:avLst>
              <a:gd name="adj" fmla="val 807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7105" y="6763941"/>
            <a:ext cx="2425779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Fast Processing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367105" y="7183398"/>
            <a:ext cx="738258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Average analysis time under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7458"/>
            <a:ext cx="86725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Multi-Modal Detection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98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system leverages specialized deep learning models for each content type, combining state-of-the-art techniques to deliver accurate, explainable results across all modalities.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Text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84727"/>
            <a:ext cx="304800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Combines Hugging Face AI detector with GPT-2 perplexity analysis to identify linguistic patterns and writing style anomalies characteristic of AI-generated content.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Audio Detection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484727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CNN + RNN classifier analyzes mel spectrogram slices to detect synthesis artifacts, unnatural pitch variations, and temporal inconsistencies in audio signals.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Detection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484727"/>
            <a:ext cx="30481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Pretrained Hugging Face classifier examines textures, lighting patterns, and artifacts to distinguish between real photographs and AI-generated imagery.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Video Detection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4484727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Frame sampling technique with aggregated image classification analyzes temporal coherence and motion patterns across video sequences.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540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113" y="2264093"/>
            <a:ext cx="3708082" cy="46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Installation &amp; Setup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19113" y="2949893"/>
            <a:ext cx="148233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19113" y="3186708"/>
            <a:ext cx="4431863" cy="1524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6" name="Text 3"/>
          <p:cNvSpPr/>
          <p:nvPr/>
        </p:nvSpPr>
        <p:spPr>
          <a:xfrm>
            <a:off x="519113" y="3291245"/>
            <a:ext cx="1923812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Clone the Repository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19113" y="3689747"/>
            <a:ext cx="4431863" cy="696992"/>
          </a:xfrm>
          <a:prstGeom prst="roundRect">
            <a:avLst>
              <a:gd name="adj" fmla="val 1312"/>
            </a:avLst>
          </a:prstGeom>
          <a:solidFill>
            <a:srgbClr val="171717"/>
          </a:solidFill>
          <a:ln/>
        </p:spPr>
      </p:sp>
      <p:sp>
        <p:nvSpPr>
          <p:cNvPr id="8" name="Shape 5"/>
          <p:cNvSpPr/>
          <p:nvPr/>
        </p:nvSpPr>
        <p:spPr>
          <a:xfrm>
            <a:off x="511731" y="3689747"/>
            <a:ext cx="4446627" cy="696992"/>
          </a:xfrm>
          <a:prstGeom prst="roundRect">
            <a:avLst>
              <a:gd name="adj" fmla="val 3192"/>
            </a:avLst>
          </a:prstGeom>
          <a:solidFill>
            <a:srgbClr val="171717"/>
          </a:solidFill>
          <a:ln/>
        </p:spPr>
      </p:sp>
      <p:sp>
        <p:nvSpPr>
          <p:cNvPr id="9" name="Text 6"/>
          <p:cNvSpPr/>
          <p:nvPr/>
        </p:nvSpPr>
        <p:spPr>
          <a:xfrm>
            <a:off x="659963" y="3800951"/>
            <a:ext cx="4150162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171717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git clone https://github.com/OSDG-IIITH/build2break-25-breakittt.git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99209" y="2949893"/>
            <a:ext cx="148233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99209" y="3186708"/>
            <a:ext cx="4431863" cy="1524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2" name="Text 9"/>
          <p:cNvSpPr/>
          <p:nvPr/>
        </p:nvSpPr>
        <p:spPr>
          <a:xfrm>
            <a:off x="5099209" y="3291245"/>
            <a:ext cx="185404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Obtain API Keys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99209" y="3611880"/>
            <a:ext cx="443186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project requires two authentication tokens: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99209" y="3938111"/>
            <a:ext cx="443186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Hugging Face Token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(HF_TOKEN) → </a:t>
            </a:r>
            <a:pPr algn="l" indent="0" marL="0">
              <a:lnSpc>
                <a:spcPts val="1850"/>
              </a:lnSpc>
              <a:buNone/>
            </a:pPr>
            <a:r>
              <a:rPr lang="en-US" sz="1150" u="sng" dirty="0">
                <a:solidFill>
                  <a:srgbClr val="C91313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Generate token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99209" y="4227314"/>
            <a:ext cx="443186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Groq API Key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(GROQ_API_KEY) → </a:t>
            </a:r>
            <a:pPr algn="l" indent="0" marL="0">
              <a:lnSpc>
                <a:spcPts val="1850"/>
              </a:lnSpc>
              <a:buNone/>
            </a:pPr>
            <a:r>
              <a:rPr lang="en-US" sz="1150" u="sng" dirty="0">
                <a:solidFill>
                  <a:srgbClr val="C91313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your key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679305" y="2949893"/>
            <a:ext cx="148233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79305" y="3186708"/>
            <a:ext cx="4431863" cy="1524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8" name="Text 15"/>
          <p:cNvSpPr/>
          <p:nvPr/>
        </p:nvSpPr>
        <p:spPr>
          <a:xfrm>
            <a:off x="9679305" y="3291245"/>
            <a:ext cx="209157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Configure Environment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679305" y="3611880"/>
            <a:ext cx="443186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Choose your platform and set environment variables accordingly.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9113" y="4890849"/>
            <a:ext cx="185404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Google Colab Setup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9113" y="5270778"/>
            <a:ext cx="6615232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secrets in the Secrets tab, then: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19113" y="5674876"/>
            <a:ext cx="6615232" cy="1171575"/>
          </a:xfrm>
          <a:prstGeom prst="roundRect">
            <a:avLst>
              <a:gd name="adj" fmla="val 780"/>
            </a:avLst>
          </a:prstGeom>
          <a:solidFill>
            <a:srgbClr val="171717"/>
          </a:solidFill>
          <a:ln/>
        </p:spPr>
      </p:sp>
      <p:sp>
        <p:nvSpPr>
          <p:cNvPr id="23" name="Shape 20"/>
          <p:cNvSpPr/>
          <p:nvPr/>
        </p:nvSpPr>
        <p:spPr>
          <a:xfrm>
            <a:off x="511731" y="5674876"/>
            <a:ext cx="6629995" cy="1171575"/>
          </a:xfrm>
          <a:prstGeom prst="roundRect">
            <a:avLst>
              <a:gd name="adj" fmla="val 1899"/>
            </a:avLst>
          </a:prstGeom>
          <a:solidFill>
            <a:srgbClr val="171717"/>
          </a:solidFill>
          <a:ln/>
        </p:spPr>
      </p:sp>
      <p:sp>
        <p:nvSpPr>
          <p:cNvPr id="24" name="Text 21"/>
          <p:cNvSpPr/>
          <p:nvPr/>
        </p:nvSpPr>
        <p:spPr>
          <a:xfrm>
            <a:off x="659963" y="5786080"/>
            <a:ext cx="6333530" cy="94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171717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from google.colab import userdataimport osos.environ["HF_TOKEN"] = userdata.get("HF_TOKEN")os.environ["GROQ_API_KEY"] = userdata.get("GROQ_API_KEY")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503676" y="4890849"/>
            <a:ext cx="1931908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Linux / macOS / WSL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503676" y="5289352"/>
            <a:ext cx="6615232" cy="696992"/>
          </a:xfrm>
          <a:prstGeom prst="roundRect">
            <a:avLst>
              <a:gd name="adj" fmla="val 1312"/>
            </a:avLst>
          </a:prstGeom>
          <a:solidFill>
            <a:srgbClr val="171717"/>
          </a:solidFill>
          <a:ln/>
        </p:spPr>
      </p:sp>
      <p:sp>
        <p:nvSpPr>
          <p:cNvPr id="27" name="Shape 24"/>
          <p:cNvSpPr/>
          <p:nvPr/>
        </p:nvSpPr>
        <p:spPr>
          <a:xfrm>
            <a:off x="7496294" y="5289352"/>
            <a:ext cx="6629995" cy="696992"/>
          </a:xfrm>
          <a:prstGeom prst="roundRect">
            <a:avLst>
              <a:gd name="adj" fmla="val 3192"/>
            </a:avLst>
          </a:prstGeom>
          <a:solidFill>
            <a:srgbClr val="171717"/>
          </a:solidFill>
          <a:ln/>
        </p:spPr>
      </p:sp>
      <p:sp>
        <p:nvSpPr>
          <p:cNvPr id="28" name="Text 25"/>
          <p:cNvSpPr/>
          <p:nvPr/>
        </p:nvSpPr>
        <p:spPr>
          <a:xfrm>
            <a:off x="7644527" y="5400556"/>
            <a:ext cx="6333530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171717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export HF_TOKEN="your_token_here"export GROQ_API_KEY="your_key_here"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503676" y="6153150"/>
            <a:ext cx="185404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Windows PowerShell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503676" y="6551652"/>
            <a:ext cx="6615232" cy="696992"/>
          </a:xfrm>
          <a:prstGeom prst="roundRect">
            <a:avLst>
              <a:gd name="adj" fmla="val 1312"/>
            </a:avLst>
          </a:prstGeom>
          <a:solidFill>
            <a:srgbClr val="171717"/>
          </a:solidFill>
          <a:ln/>
        </p:spPr>
      </p:sp>
      <p:sp>
        <p:nvSpPr>
          <p:cNvPr id="31" name="Shape 28"/>
          <p:cNvSpPr/>
          <p:nvPr/>
        </p:nvSpPr>
        <p:spPr>
          <a:xfrm>
            <a:off x="7496294" y="6551652"/>
            <a:ext cx="6629995" cy="696992"/>
          </a:xfrm>
          <a:prstGeom prst="roundRect">
            <a:avLst>
              <a:gd name="adj" fmla="val 3192"/>
            </a:avLst>
          </a:prstGeom>
          <a:solidFill>
            <a:srgbClr val="171717"/>
          </a:solidFill>
          <a:ln/>
        </p:spPr>
      </p:sp>
      <p:sp>
        <p:nvSpPr>
          <p:cNvPr id="32" name="Text 29"/>
          <p:cNvSpPr/>
          <p:nvPr/>
        </p:nvSpPr>
        <p:spPr>
          <a:xfrm>
            <a:off x="7644527" y="6662857"/>
            <a:ext cx="6333530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highlight>
                  <a:srgbClr val="171717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setx HF_TOKEN "your_token_here"setx GROQ_API_KEY "your_key_here"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19113" y="7582257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Deployment: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https://huggingface.co/spaces/satyahaha/B2B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444" y="409813"/>
            <a:ext cx="3624977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Running Locally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07444" y="1152882"/>
            <a:ext cx="1361551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provides four specialized Jupyter/Colab notebooks for independent testing and analysis. Each notebook is optimized for a specific content type and offers an interactive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7444" y="1547932"/>
            <a:ext cx="13615511" cy="869990"/>
          </a:xfrm>
          <a:prstGeom prst="roundRect">
            <a:avLst>
              <a:gd name="adj" fmla="val 1051"/>
            </a:avLst>
          </a:prstGeom>
          <a:solidFill>
            <a:srgbClr val="0A0A0A">
              <a:alpha val="95000"/>
            </a:srgbClr>
          </a:solidFill>
          <a:ln w="15240">
            <a:solidFill>
              <a:srgbClr val="424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684" y="1563172"/>
            <a:ext cx="579953" cy="839510"/>
          </a:xfrm>
          <a:prstGeom prst="rect">
            <a:avLst/>
          </a:prstGeom>
          <a:solidFill>
            <a:srgbClr val="29292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88" y="1847017"/>
            <a:ext cx="217408" cy="2718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7537" y="1708071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Text.ipynb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47537" y="2021443"/>
            <a:ext cx="1286017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Analyzes written content for AI-generated patterns using linguistic feature extraction and perplexity scoring.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7444" y="2562820"/>
            <a:ext cx="13615511" cy="869990"/>
          </a:xfrm>
          <a:prstGeom prst="roundRect">
            <a:avLst>
              <a:gd name="adj" fmla="val 1051"/>
            </a:avLst>
          </a:prstGeom>
          <a:solidFill>
            <a:srgbClr val="0A0A0A">
              <a:alpha val="95000"/>
            </a:srgbClr>
          </a:solidFill>
          <a:ln w="15240">
            <a:solidFill>
              <a:srgbClr val="4242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2684" y="2578060"/>
            <a:ext cx="579953" cy="839510"/>
          </a:xfrm>
          <a:prstGeom prst="rect">
            <a:avLst/>
          </a:prstGeom>
          <a:solidFill>
            <a:srgbClr val="29292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2861905"/>
            <a:ext cx="217408" cy="2718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7537" y="2722959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Audio.ipynb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47537" y="3036332"/>
            <a:ext cx="1286017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Processes audio files through spectral analysis to identify synthetic voice characteristics and unnatural acoustic signatures.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7444" y="3577709"/>
            <a:ext cx="13615511" cy="869990"/>
          </a:xfrm>
          <a:prstGeom prst="roundRect">
            <a:avLst>
              <a:gd name="adj" fmla="val 1051"/>
            </a:avLst>
          </a:prstGeom>
          <a:solidFill>
            <a:srgbClr val="0A0A0A">
              <a:alpha val="95000"/>
            </a:srgbClr>
          </a:solidFill>
          <a:ln w="15240">
            <a:solidFill>
              <a:srgbClr val="4242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2684" y="3592949"/>
            <a:ext cx="579953" cy="839510"/>
          </a:xfrm>
          <a:prstGeom prst="rect">
            <a:avLst/>
          </a:prstGeom>
          <a:solidFill>
            <a:srgbClr val="29292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3876794"/>
            <a:ext cx="217408" cy="2718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47537" y="3737848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Image.ipynb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47537" y="4051221"/>
            <a:ext cx="1286017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Examines visual content for telltale signs of AI generation including texture anomalies and lighting inconsistencies.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7444" y="4592598"/>
            <a:ext cx="13615511" cy="869990"/>
          </a:xfrm>
          <a:prstGeom prst="roundRect">
            <a:avLst>
              <a:gd name="adj" fmla="val 1051"/>
            </a:avLst>
          </a:prstGeom>
          <a:solidFill>
            <a:srgbClr val="0A0A0A">
              <a:alpha val="95000"/>
            </a:srgbClr>
          </a:solidFill>
          <a:ln w="15240">
            <a:solidFill>
              <a:srgbClr val="42424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2684" y="4607838"/>
            <a:ext cx="579953" cy="839510"/>
          </a:xfrm>
          <a:prstGeom prst="rect">
            <a:avLst/>
          </a:prstGeom>
          <a:solidFill>
            <a:srgbClr val="29292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4891683"/>
            <a:ext cx="217408" cy="2718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47537" y="4752737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Video.ipynb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47537" y="5066109"/>
            <a:ext cx="1286017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Analyzes video sequences frame-by-frame to detect temporal inconsistencies and aggregated visual artifacts.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44" y="5625703"/>
            <a:ext cx="4538424" cy="57995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2343" y="6350556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Open Notebook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52343" y="6663928"/>
            <a:ext cx="4248626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Launch in Google Colab or Jupyter Notebook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869" y="5625703"/>
            <a:ext cx="4538543" cy="57995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90768" y="6350556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Upload Content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190768" y="6663928"/>
            <a:ext cx="4248745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Select file from local storage when prompted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4412" y="5625703"/>
            <a:ext cx="4538543" cy="57995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729311" y="6350556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Get Results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9729311" y="6663928"/>
            <a:ext cx="4248745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Receive probability, confidence, and reasoning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07444" y="7203877"/>
            <a:ext cx="13615511" cy="615910"/>
          </a:xfrm>
          <a:prstGeom prst="roundRect">
            <a:avLst>
              <a:gd name="adj" fmla="val 1485"/>
            </a:avLst>
          </a:prstGeom>
          <a:solidFill>
            <a:srgbClr val="460707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43" y="7410569"/>
            <a:ext cx="181213" cy="14489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78456" y="7384971"/>
            <a:ext cx="1299960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If the .ipynb file doesn't open directly from the repository, download it locally and run it in your preferred notebook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564" y="634841"/>
            <a:ext cx="6049804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Understanding Confidence Levels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2564" y="1385292"/>
            <a:ext cx="136052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system provides transparent confidence scoring to help you make informed decisions about content authenticity. Each prediction includes a reliability assessment based on the strength of detected patterns.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564" y="1784271"/>
            <a:ext cx="4437459" cy="1679258"/>
          </a:xfrm>
          <a:prstGeom prst="roundRect">
            <a:avLst>
              <a:gd name="adj" fmla="val 545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631" y="1938338"/>
            <a:ext cx="439341" cy="439341"/>
          </a:xfrm>
          <a:prstGeom prst="roundRect">
            <a:avLst>
              <a:gd name="adj" fmla="val 20810909"/>
            </a:avLst>
          </a:prstGeom>
          <a:solidFill>
            <a:srgbClr val="C913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79" y="2034421"/>
            <a:ext cx="197644" cy="2470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631" y="2524125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Low Confidence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6631" y="2840831"/>
            <a:ext cx="4129326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result is </a:t>
            </a:r>
            <a:pPr algn="l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not reliable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The system detected weak or ambiguous signals. The prediction may be incorrect—treat with caution.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96470" y="1784271"/>
            <a:ext cx="4437459" cy="1679258"/>
          </a:xfrm>
          <a:prstGeom prst="roundRect">
            <a:avLst>
              <a:gd name="adj" fmla="val 545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50537" y="1938338"/>
            <a:ext cx="439341" cy="439341"/>
          </a:xfrm>
          <a:prstGeom prst="roundRect">
            <a:avLst>
              <a:gd name="adj" fmla="val 20810909"/>
            </a:avLst>
          </a:prstGeom>
          <a:solidFill>
            <a:srgbClr val="C9131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386" y="2034421"/>
            <a:ext cx="197644" cy="2470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0537" y="2524125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Medium Confidence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50537" y="2840831"/>
            <a:ext cx="4129326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result is </a:t>
            </a:r>
            <a:pPr algn="l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probably correct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Moderate signal strength detected, but edge cases exist where AI may appear human or vice versa.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680377" y="1784271"/>
            <a:ext cx="4437459" cy="1679258"/>
          </a:xfrm>
          <a:prstGeom prst="roundRect">
            <a:avLst>
              <a:gd name="adj" fmla="val 545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34443" y="1938338"/>
            <a:ext cx="439341" cy="439341"/>
          </a:xfrm>
          <a:prstGeom prst="roundRect">
            <a:avLst>
              <a:gd name="adj" fmla="val 20810909"/>
            </a:avLst>
          </a:prstGeom>
          <a:solidFill>
            <a:srgbClr val="C9131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292" y="2034421"/>
            <a:ext cx="197644" cy="2470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34443" y="2524125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High Confidence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834443" y="2840831"/>
            <a:ext cx="4129326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result is </a:t>
            </a:r>
            <a:pPr algn="l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very likely correct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Strong detection patterns identified, though absolute certainty is impossible in any ML system.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2564" y="3683198"/>
            <a:ext cx="4753451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Detection Reasoning by Modality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512564" y="4268986"/>
            <a:ext cx="136052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analyzes modality-specific patterns to determine content authenticity. Understanding these factors helps interpret results and identify potential edge cases.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12564" y="4667964"/>
            <a:ext cx="329446" cy="329446"/>
          </a:xfrm>
          <a:prstGeom prst="roundRect">
            <a:avLst>
              <a:gd name="adj" fmla="val 2776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88457" y="4718209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Text Analysis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88457" y="5034915"/>
            <a:ext cx="623518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Examines writing patterns, perplexity scores, vocabulary distribution, sentence structure, and linguistic feature consistency across the content.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406640" y="4667964"/>
            <a:ext cx="329446" cy="329446"/>
          </a:xfrm>
          <a:prstGeom prst="roundRect">
            <a:avLst>
              <a:gd name="adj" fmla="val 2776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882533" y="4718209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Audio Analysis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882533" y="5034915"/>
            <a:ext cx="6235303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Evaluates pitch variations, tonal consistency, spectral characteristics, and temporal patterns in mel spectrogram representations.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12564" y="5796439"/>
            <a:ext cx="329446" cy="329446"/>
          </a:xfrm>
          <a:prstGeom prst="roundRect">
            <a:avLst>
              <a:gd name="adj" fmla="val 2776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88457" y="5846683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Analysis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988457" y="6163389"/>
            <a:ext cx="623518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Inspects texture patterns, lighting physics, compression artifacts, edge coherence, and pixel-level anomalies across the image.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406640" y="5796439"/>
            <a:ext cx="329446" cy="329446"/>
          </a:xfrm>
          <a:prstGeom prst="roundRect">
            <a:avLst>
              <a:gd name="adj" fmla="val 2776"/>
            </a:avLst>
          </a:prstGeom>
          <a:solidFill>
            <a:srgbClr val="292929"/>
          </a:solidFill>
          <a:ln w="7620">
            <a:solidFill>
              <a:srgbClr val="42424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82533" y="5846683"/>
            <a:ext cx="183070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Video Analysis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7882533" y="6163389"/>
            <a:ext cx="6235303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Assesses motion consistency, lighting stability, temporal coherence between frames, and aggregated visual pattern analysis.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32234" y="6961346"/>
            <a:ext cx="13385602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EEE27D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Important Note: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Results are probabilistic, not absolute. Content editing, post-processing, compression, quality degradation, and adversarial techniques can all impact detection accuracy. Always treat outputs as informed estimates requiring human judgment.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512564" y="6796683"/>
            <a:ext cx="15240" cy="797957"/>
          </a:xfrm>
          <a:prstGeom prst="rect">
            <a:avLst/>
          </a:prstGeom>
          <a:solidFill>
            <a:srgbClr val="C9131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587931"/>
            <a:ext cx="7285792" cy="910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50"/>
              </a:lnSpc>
              <a:buNone/>
            </a:pPr>
            <a:r>
              <a:rPr lang="en-US" sz="5700" dirty="0">
                <a:solidFill>
                  <a:srgbClr val="FAEBE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Ready to Deploy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39140" y="1920835"/>
            <a:ext cx="13152120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AI vs Human Content Detector is designed for flexible deployment across multiple platforms. Whether you're running quick tests in Colab or integrating into production systems, we've got you covered.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9140" y="2834164"/>
            <a:ext cx="4243268" cy="3894058"/>
          </a:xfrm>
          <a:prstGeom prst="roundRect">
            <a:avLst>
              <a:gd name="adj" fmla="val 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098" y="3068122"/>
            <a:ext cx="3775353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Google Colab </a:t>
            </a:r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EE27D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(Recommended)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73098" y="3854648"/>
            <a:ext cx="3775353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Run interactively with zero local setup. Perfect for experimentation, testing, and quick analyses. All dependencies managed automatically.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3098" y="5332928"/>
            <a:ext cx="377535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installation required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3098" y="5744647"/>
            <a:ext cx="377535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Free GPU acceleration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3098" y="6156365"/>
            <a:ext cx="377535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Instant execution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93506" y="2834164"/>
            <a:ext cx="4243268" cy="3894058"/>
          </a:xfrm>
          <a:prstGeom prst="roundRect">
            <a:avLst>
              <a:gd name="adj" fmla="val 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7464" y="3068122"/>
            <a:ext cx="276879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Hugging Face Spaces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427464" y="3524726"/>
            <a:ext cx="3775353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Access the live web deployment for immediate testing without any code. Ideal for stakeholder demos and quick content verification.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27464" y="5003006"/>
            <a:ext cx="377535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u="sng" dirty="0">
                <a:solidFill>
                  <a:srgbClr val="C91313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Live Deployment 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647873" y="2834164"/>
            <a:ext cx="4243268" cy="3894058"/>
          </a:xfrm>
          <a:prstGeom prst="roundRect">
            <a:avLst>
              <a:gd name="adj" fmla="val 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81830" y="3068122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Local Development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9881830" y="3524726"/>
            <a:ext cx="3775353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Clone and run on your own infrastructure for customization, integration into existing pipelines, or offline analysis requirements.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39140" y="6965752"/>
            <a:ext cx="13152120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deployment option provides the same core functionality: fast, accurate, explainable AI detection across all content modalities. Choose the environment that best fits your workflow and start detecting today.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2025-10-05T10:43:55Z</dcterms:created>
  <dcterms:modified xsi:type="dcterms:W3CDTF">2025-10-05T10:43:55Z</dcterms:modified>
</cp:coreProperties>
</file>